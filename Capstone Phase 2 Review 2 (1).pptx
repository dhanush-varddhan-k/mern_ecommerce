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0" r:id="rId5"/>
    <p:sldId id="263" r:id="rId6"/>
    <p:sldId id="266" r:id="rId7"/>
    <p:sldId id="267" r:id="rId8"/>
    <p:sldId id="273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8BD7-E36C-91F1-68FC-FA164D1EB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450A2-A78B-335E-AE95-308E3EDDE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EC6D-2622-C406-A38A-BCA0EFFD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FB94B-37DF-E526-90F5-5E26081A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69B75-D8BC-7111-98DC-624782E5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83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9BD1-EB8B-A203-1ED1-3C51664D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A49C-B0FA-C7EA-C8E6-002E2B3C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5B980-0641-C42D-4368-068DE1B0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99835-B419-9787-79CB-075A847E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E6CEA-13F1-D76D-8510-BE68CA4E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9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08F2-8EA6-DBDC-C290-9F99A3E9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17177-5019-31CA-2EF4-65D928B25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5E6A-AB4F-4D74-6C00-E03DD222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87D1-8D11-890E-E98C-D4D2529B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E37B3-B88F-F8CC-BD86-3E22DCCF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1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F0DE-B87A-4508-0D34-72843870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A3136-256B-5E63-FC42-658BC7097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3C9C1-6B6A-CBB8-CD4B-B13CD9C09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23A36-45EB-AFE8-908B-C31801A0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77E11-6242-45DD-3E64-C4E6519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1D9EC-E7EC-5DB4-3ED4-EDA538DF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D431-3BE2-FC6F-20BF-3992239C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9CC1E-82F1-C722-4EAC-B52854598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12700-59FB-5E72-0817-4CE80F6B5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047FB-E65E-D89D-E274-A9CE96A33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3B6D7-A14E-0164-9248-B99E0F898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98C529-D0D0-A0C2-5665-95647032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4815E-9BB8-7B60-815C-607A71B4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95EC9-B524-D87F-0A37-04D0C02F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BE07-AE85-EE37-8BAC-25813685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E8E1C-8319-F584-E23A-A3A13DE2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4C5DF-F8C7-976B-DF00-DFEDAD74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BEB49-052C-2F0C-A181-8B315CD6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0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86899-DE1D-33BB-0ACA-0D531ECA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5AF80-388D-E766-C864-EB45220B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77DB9-FC3A-A6A3-FEF2-29241808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3887-333F-813F-3FA5-36FA9270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CED2E-74E6-FCB2-6C92-6F8AE9F48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85E83-E263-634A-FBD0-BEBC89AF2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3D317-CFE5-A1CE-C7AC-8675C3CA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B7DBB-C728-493F-692C-542F1803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EFBD7-846E-80F5-467D-3B116E75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3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AAF9-04AA-220C-94BE-F94C4DDC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F459D-EEB8-73BE-348E-3C65B4DDE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2BC70-ECD6-722F-CDB9-B823D3D1B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43026-5804-9390-7965-6E5FFF9A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C8756-AA8E-3149-76E2-423B8347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7B5F7-1CB4-19A4-4D49-B92CC079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75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A65F-7BA7-6312-DAC1-BF9F6A03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84A34-3940-BDCA-7A70-103C4327E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87322-8E2B-1656-EAF5-4CA14310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63CB-3399-C03D-6915-8FBB4C35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0145-4156-56BC-F7F5-11476867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2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0D6CEB-F5D6-E211-4725-32022F890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8C06F-70C7-89C3-3552-769E4C520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19CF-D258-87D0-F0F9-81BF2AAA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F6D1E-2987-48EC-4851-202B53E8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05BE-6D48-7CA0-E55B-144F5A76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57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429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54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249D8-5F49-185F-404F-BBEF947D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08357-E513-39A2-7B47-DAFC98FFE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66E18-38DE-DA81-CFCC-E150A2254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B5CB8-0EDA-446A-8067-896369C87CB1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7B903-D416-A0DD-431C-2363E5D7F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91725-6EA3-4ACF-B6B4-5AF071BBE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A8761-DD7F-4DB1-AD90-EC9535895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5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3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2923494" y="4387132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Name of the Project Guide</a:t>
            </a:r>
            <a:r>
              <a:rPr lang="en-IN" dirty="0"/>
              <a:t>: </a:t>
            </a:r>
            <a:r>
              <a:rPr lang="en-IN" dirty="0" err="1"/>
              <a:t>Sundharakumar</a:t>
            </a:r>
            <a:r>
              <a:rPr lang="en-IN" dirty="0"/>
              <a:t> K B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Shiv Nadar University Chennai</a:t>
            </a:r>
            <a:endParaRPr b="1"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595254" y="2704579"/>
            <a:ext cx="5001491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Name and register numbers of the team members</a:t>
            </a:r>
            <a:r>
              <a:rPr lang="en" dirty="0"/>
              <a:t>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1. Harshitha S (21011102089)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2. Dhanush </a:t>
            </a:r>
            <a:r>
              <a:rPr lang="en" dirty="0" err="1"/>
              <a:t>Varddhan</a:t>
            </a:r>
            <a:r>
              <a:rPr lang="en" dirty="0"/>
              <a:t> K (21011102042)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3. A Shama Anjum (21011102001)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4. Harshini </a:t>
            </a:r>
            <a:r>
              <a:rPr lang="en" dirty="0" err="1"/>
              <a:t>Manivannan</a:t>
            </a:r>
            <a:r>
              <a:rPr lang="en" dirty="0"/>
              <a:t> (21011102038)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" sz="2200" dirty="0"/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583095" y="852822"/>
            <a:ext cx="11052313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FFFFFF"/>
                </a:solidFill>
              </a:rPr>
              <a:t>Medibase</a:t>
            </a:r>
            <a:r>
              <a:rPr lang="en-US" sz="2800" dirty="0">
                <a:solidFill>
                  <a:srgbClr val="FFFFFF"/>
                </a:solidFill>
              </a:rPr>
              <a:t>: Medical database for patients </a:t>
            </a:r>
            <a:endParaRPr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1DE50-BCDA-A6AC-D46D-E9AD8B121D36}"/>
              </a:ext>
            </a:extLst>
          </p:cNvPr>
          <p:cNvSpPr txBox="1"/>
          <p:nvPr/>
        </p:nvSpPr>
        <p:spPr>
          <a:xfrm>
            <a:off x="298580" y="108561"/>
            <a:ext cx="4879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TIMELINE FOR PHASE 2:</a:t>
            </a:r>
          </a:p>
        </p:txBody>
      </p:sp>
      <p:pic>
        <p:nvPicPr>
          <p:cNvPr id="5" name="Picture 4" descr="A blue and white chart&#10;&#10;Description automatically generated">
            <a:extLst>
              <a:ext uri="{FF2B5EF4-FFF2-40B4-BE49-F238E27FC236}">
                <a16:creationId xmlns:a16="http://schemas.microsoft.com/office/drawing/2014/main" id="{83B1888D-B5F8-A678-D1D7-3160B61B3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73" y="975767"/>
            <a:ext cx="7030496" cy="52728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8C4A4-4AF9-48AC-301E-44EF5B0D69DE}"/>
              </a:ext>
            </a:extLst>
          </p:cNvPr>
          <p:cNvSpPr txBox="1"/>
          <p:nvPr/>
        </p:nvSpPr>
        <p:spPr>
          <a:xfrm>
            <a:off x="7492482" y="1119673"/>
            <a:ext cx="41334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Deliverables:</a:t>
            </a:r>
          </a:p>
          <a:p>
            <a:endParaRPr lang="en-IN" sz="2400" dirty="0"/>
          </a:p>
          <a:p>
            <a:r>
              <a:rPr lang="en-IN" sz="2400" b="1" dirty="0"/>
              <a:t>December end: </a:t>
            </a:r>
          </a:p>
          <a:p>
            <a:r>
              <a:rPr lang="en-IN" sz="2400" dirty="0"/>
              <a:t>MongoDB database (backend)</a:t>
            </a:r>
          </a:p>
          <a:p>
            <a:endParaRPr lang="en-IN" sz="2400" dirty="0"/>
          </a:p>
          <a:p>
            <a:r>
              <a:rPr lang="en-IN" sz="2400" b="1" dirty="0"/>
              <a:t>January end: </a:t>
            </a:r>
          </a:p>
          <a:p>
            <a:r>
              <a:rPr lang="en-IN" sz="2400" dirty="0"/>
              <a:t>Fully functioning patient’s side dashboard (front end)</a:t>
            </a:r>
          </a:p>
          <a:p>
            <a:endParaRPr lang="en-IN" sz="2400" dirty="0"/>
          </a:p>
          <a:p>
            <a:r>
              <a:rPr lang="en-IN" sz="2400" b="1" dirty="0"/>
              <a:t>February end: </a:t>
            </a:r>
          </a:p>
          <a:p>
            <a:r>
              <a:rPr lang="en-IN" sz="2400" dirty="0"/>
              <a:t>Fully integrated system (Patient and viewer’s side) (full-stack)</a:t>
            </a:r>
          </a:p>
        </p:txBody>
      </p:sp>
    </p:spTree>
    <p:extLst>
      <p:ext uri="{BB962C8B-B14F-4D97-AF65-F5344CB8AC3E}">
        <p14:creationId xmlns:p14="http://schemas.microsoft.com/office/powerpoint/2010/main" val="114541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4993-CFA6-7837-7108-8262EFDB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AFBDB-6690-C9FB-1C0F-652741423284}"/>
              </a:ext>
            </a:extLst>
          </p:cNvPr>
          <p:cNvSpPr txBox="1"/>
          <p:nvPr/>
        </p:nvSpPr>
        <p:spPr>
          <a:xfrm>
            <a:off x="345233" y="102637"/>
            <a:ext cx="8808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WORKFLOW FOR PHASE 2 (Part 1) – Front-end: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CE1A6D52-2868-45EB-0951-B6F2C79BA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8" y="954592"/>
            <a:ext cx="9656504" cy="49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5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8AAF-C6BA-2E2B-6591-EECA4AA9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02214C-0245-36D5-CE3B-78F70D19F3B4}"/>
              </a:ext>
            </a:extLst>
          </p:cNvPr>
          <p:cNvSpPr txBox="1"/>
          <p:nvPr/>
        </p:nvSpPr>
        <p:spPr>
          <a:xfrm>
            <a:off x="345232" y="102637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WORKFLOW FOR PHASE 2 (Part 2) – Backend and Integration:</a:t>
            </a:r>
          </a:p>
        </p:txBody>
      </p:sp>
      <p:pic>
        <p:nvPicPr>
          <p:cNvPr id="7" name="Content Placeholder 6" descr="A diagram of a software system&#10;&#10;Description automatically generated with medium confidence">
            <a:extLst>
              <a:ext uri="{FF2B5EF4-FFF2-40B4-BE49-F238E27FC236}">
                <a16:creationId xmlns:a16="http://schemas.microsoft.com/office/drawing/2014/main" id="{66DBC6C9-4E10-35C7-F04B-F08AF8925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7" y="866539"/>
            <a:ext cx="7791060" cy="5368051"/>
          </a:xfrm>
        </p:spPr>
      </p:pic>
    </p:spTree>
    <p:extLst>
      <p:ext uri="{BB962C8B-B14F-4D97-AF65-F5344CB8AC3E}">
        <p14:creationId xmlns:p14="http://schemas.microsoft.com/office/powerpoint/2010/main" val="282559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A333-3714-25B2-FA3B-39F8E5CD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82BB4B-B257-0C75-AAD3-C148E77A5140}"/>
              </a:ext>
            </a:extLst>
          </p:cNvPr>
          <p:cNvSpPr txBox="1"/>
          <p:nvPr/>
        </p:nvSpPr>
        <p:spPr>
          <a:xfrm>
            <a:off x="345232" y="102637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TECH STACK USED: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8D88C-CA01-58FB-81AF-9CB9CFFFD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32" y="842962"/>
            <a:ext cx="11364684" cy="5186364"/>
          </a:xfrm>
        </p:spPr>
        <p:txBody>
          <a:bodyPr>
            <a:noAutofit/>
          </a:bodyPr>
          <a:lstStyle/>
          <a:p>
            <a:r>
              <a:rPr lang="en-US" sz="2400" b="1" dirty="0"/>
              <a:t>Frontend</a:t>
            </a:r>
            <a:r>
              <a:rPr lang="en-US" sz="2400" dirty="0"/>
              <a:t>:</a:t>
            </a:r>
          </a:p>
          <a:p>
            <a:pPr lvl="1"/>
            <a:r>
              <a:rPr lang="en-US" sz="2000" b="1" dirty="0"/>
              <a:t>React.js: </a:t>
            </a:r>
            <a:r>
              <a:rPr lang="en-US" sz="2000" dirty="0"/>
              <a:t>For building the user interface.</a:t>
            </a:r>
          </a:p>
          <a:p>
            <a:pPr lvl="1"/>
            <a:r>
              <a:rPr lang="en-US" sz="2000" b="1" dirty="0"/>
              <a:t>React Router: </a:t>
            </a:r>
            <a:r>
              <a:rPr lang="en-US" sz="2000" dirty="0"/>
              <a:t>For navigation.</a:t>
            </a:r>
          </a:p>
          <a:p>
            <a:pPr lvl="1"/>
            <a:r>
              <a:rPr lang="en-US" sz="2000" b="1" dirty="0" err="1"/>
              <a:t>Toastify</a:t>
            </a:r>
            <a:r>
              <a:rPr lang="en-US" sz="2000" b="1" dirty="0"/>
              <a:t>: </a:t>
            </a:r>
            <a:r>
              <a:rPr lang="en-US" sz="2000" dirty="0"/>
              <a:t>For notifications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/>
              <a:t>Backend</a:t>
            </a:r>
            <a:r>
              <a:rPr lang="en-US" sz="2400" dirty="0"/>
              <a:t>:</a:t>
            </a:r>
          </a:p>
          <a:p>
            <a:pPr lvl="1"/>
            <a:r>
              <a:rPr lang="en-US" sz="2000" b="1" dirty="0"/>
              <a:t>Node.js </a:t>
            </a:r>
            <a:r>
              <a:rPr lang="en-US" sz="2000" dirty="0"/>
              <a:t>and </a:t>
            </a:r>
            <a:r>
              <a:rPr lang="en-US" sz="2000" b="1" dirty="0"/>
              <a:t>Express.js</a:t>
            </a:r>
            <a:r>
              <a:rPr lang="en-US" sz="2000" dirty="0"/>
              <a:t>: For API and server management.</a:t>
            </a:r>
          </a:p>
          <a:p>
            <a:pPr lvl="1"/>
            <a:r>
              <a:rPr lang="en-US" sz="2000" b="1" dirty="0"/>
              <a:t>MongoDB</a:t>
            </a:r>
            <a:r>
              <a:rPr lang="en-US" sz="2000" dirty="0"/>
              <a:t> with </a:t>
            </a:r>
            <a:r>
              <a:rPr lang="en-US" sz="2000" b="1" dirty="0" err="1"/>
              <a:t>GridFS</a:t>
            </a:r>
            <a:r>
              <a:rPr lang="en-US" sz="2000" dirty="0"/>
              <a:t>: For storing and managing encrypted files​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/>
              <a:t>Encryption Algorithm</a:t>
            </a:r>
            <a:r>
              <a:rPr lang="en-US" sz="2400" dirty="0"/>
              <a:t>:</a:t>
            </a:r>
          </a:p>
          <a:p>
            <a:pPr lvl="1"/>
            <a:r>
              <a:rPr lang="en-US" sz="2000" b="1" dirty="0"/>
              <a:t>AES (Advanced Encryption Standard)</a:t>
            </a:r>
            <a:r>
              <a:rPr lang="en-US" sz="2000" dirty="0"/>
              <a:t>: Used for encrypting and decrypting user files with user-specific root keys to ensure data security and privacy​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/>
              <a:t>Testing</a:t>
            </a:r>
            <a:r>
              <a:rPr lang="en-US" sz="2400" dirty="0"/>
              <a:t>: </a:t>
            </a:r>
            <a:r>
              <a:rPr lang="en-US" sz="2400" b="1" dirty="0"/>
              <a:t>Postman</a:t>
            </a:r>
            <a:r>
              <a:rPr lang="en-US" sz="2400" dirty="0"/>
              <a:t> for API validation and comprehensive end-to-end testing.</a:t>
            </a:r>
            <a:endParaRPr lang="en-US" sz="2400" b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6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28FE-5552-AE27-E89B-E6578474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A2DF15-7CCA-4D84-EE17-4527F19A3473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Key Features: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A563E-745D-3534-9CCC-2F49A998C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4" y="957262"/>
            <a:ext cx="11144250" cy="5186364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with credentials.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are assigned unique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userId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personalized file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rename, delete, or retrieve categories.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are linked to files for organized storage​.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can upload encrypted files with metadata, including category and original filename.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Files are decrypted before being provided to the user.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Recent files are displayed with preview options.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or Rename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Modify file names or delete files​.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are encrypted and stored in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bucket to ensure security.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root keys for each user enable decryption​fileRoutes​.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Notifications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Toast-based notifications for success, error, warning, or informational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updates​.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710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093B-0832-BC98-97AE-7275DC33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EE85D-7E30-B8A1-66C4-6F344D1001E1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Home page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FA961-C39A-E778-3D80-C7963F852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75" y="889694"/>
            <a:ext cx="9523838" cy="486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3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7428-F438-3172-2510-6A93799B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B3C64-B3FF-65B8-F520-8E797EBA3952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Upload file: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5B434-8C6E-6C39-53C5-DC01172EE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441" y="1618997"/>
            <a:ext cx="4651009" cy="408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6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3C55-7BA6-62E4-EEF7-1006282E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71DCB1-585D-B60E-66A4-1F5707F76C70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View Files Page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CAF8B-A93D-9E18-FDAD-9025A1E9D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823550"/>
            <a:ext cx="9577387" cy="497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1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906F-90B8-873C-0F58-BA72495E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FF3F0-75B4-DEC3-83CC-AD3DB5FC86E5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Add Categories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F8309-B1B4-064D-FE80-4C01042A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21" y="881150"/>
            <a:ext cx="9873442" cy="480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46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2E24-2047-B392-6133-D414F3E1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664EF5-F2B6-0902-E9C9-5923ACAAD866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File preview: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82F6C-2582-F595-6CD1-A58B42EA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03" y="822240"/>
            <a:ext cx="10084593" cy="492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2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D88A-C1E0-0F59-74BB-2FF6658D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33FD4B-4A53-258C-768D-ED65C82744CB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Help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0B71C-B832-0D85-3491-D7770A28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803708"/>
            <a:ext cx="9763124" cy="501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4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1E16-A196-AC43-9566-9A81FF62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63A43-6495-0648-4739-1A152A40FFEC}"/>
              </a:ext>
            </a:extLst>
          </p:cNvPr>
          <p:cNvSpPr txBox="1"/>
          <p:nvPr/>
        </p:nvSpPr>
        <p:spPr>
          <a:xfrm>
            <a:off x="345232" y="115312"/>
            <a:ext cx="10935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Screenshots – Search Feature: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72AA1-F4D2-1A34-4974-38F7E610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66" y="1102590"/>
            <a:ext cx="11520176" cy="428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392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HARSHINI</dc:creator>
  <cp:lastModifiedBy>Shama Anjum Azath Basha</cp:lastModifiedBy>
  <cp:revision>3</cp:revision>
  <dcterms:created xsi:type="dcterms:W3CDTF">2025-01-23T15:27:46Z</dcterms:created>
  <dcterms:modified xsi:type="dcterms:W3CDTF">2025-04-15T10:19:14Z</dcterms:modified>
</cp:coreProperties>
</file>